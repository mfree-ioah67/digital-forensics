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6858000" type="screen4x3"/>
  <p:notesSz cx="6858000" cy="9144000"/>
  <p:custDataLst>
    <p:tags r:id="rId7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6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4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592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592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089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6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9751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99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4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99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071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6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257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2878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2878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781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4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071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3640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250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779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262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4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21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257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686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779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4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686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9751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071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250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071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250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0143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6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20536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1362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5164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0143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686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19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45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2878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1687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21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745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592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781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f6549782c288adfe943cdba949f0b52bc972e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0</Words>
  <Application>Microsoft Office PowerPoint</Application>
  <PresentationFormat>On-screen Show (4:3)</PresentationFormat>
  <Paragraphs>0</Paragraphs>
  <Slides>71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Searching and Seizing Computers</dc:title>
  <dc:subject>CHFIv8</dc:subject>
  <dc:creator>EC-Council</dc:creator>
  <cp:lastModifiedBy> </cp:lastModifiedBy>
  <cp:revision>107</cp:revision>
  <dcterms:created xsi:type="dcterms:W3CDTF">2006-08-16T00:00:00Z</dcterms:created>
  <dcterms:modified xsi:type="dcterms:W3CDTF">2012-10-10T14:24:49Z</dcterms:modified>
</cp:coreProperties>
</file>